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第一页：课程概览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LangChain 与 LlamaIndex 双框架对照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第二页：期中考点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JSON/Office/Markdown/HTML 四类格式加载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第三页：向量库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zvec 无框架存储检索，维数由模型决定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